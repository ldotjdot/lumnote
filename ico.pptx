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D86"/>
    <a:srgbClr val="17346E"/>
    <a:srgbClr val="3F5888"/>
    <a:srgbClr val="A3AF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FCFBF-B6E0-D539-3AF2-08153FE5A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A1E6752-6C1E-3525-CF1B-B5ED701860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C05556-A65B-5368-FE09-51D42C084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10E9D-AC55-40EF-A796-3EAAB4B1506B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D1CFA5-EF40-30B0-319B-30EA5489F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4186FC-E356-E21B-795D-C2644A440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6A7F-CC4B-44AD-ACA1-D00EAF0A5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384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CF242C-0E61-95A3-11EA-EB42D7207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3B1E9A-B07B-0BB9-989C-BC7F3DD18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3B20BF-DA8F-8DC5-8738-BFE45DF1F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10E9D-AC55-40EF-A796-3EAAB4B1506B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80109C-627D-7A62-F2B9-331CBCB69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25A6E9-8181-0E23-6ED8-B7050019F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6A7F-CC4B-44AD-ACA1-D00EAF0A5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001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0F150-F124-4999-42B4-3052C95D0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FB1D31-713E-09FF-C0BC-19997BCF3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877706-EAD6-7512-E98D-3916F7D49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10E9D-AC55-40EF-A796-3EAAB4B1506B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46C585-9882-CF55-3D72-CCD51D749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B18A09-6AC8-8B04-7E2E-E6FE36F84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6A7F-CC4B-44AD-ACA1-D00EAF0A5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21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F3EE67-D0F1-72E2-D29A-DBC3D5DED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DBB41F-1F6E-165C-A13A-5B25422CF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DBF390-AB00-D10B-6F02-9A3EBC4C4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FBC01D-830B-34A0-E948-04E1BE35B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10E9D-AC55-40EF-A796-3EAAB4B1506B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A2D592-8B26-B78C-5C84-CB3EF4774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23AA5F-C2A3-61EA-6868-377E0807D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6A7F-CC4B-44AD-ACA1-D00EAF0A5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691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E9BCB9-D465-F4D4-EC05-A52D4A7F6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0C47FD-1087-70DE-F518-D8F2190C8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5D1150-85A3-5CE4-078D-850DA7CB3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87D895E-08DD-7B2E-22F2-578673E28D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E511E34-D701-B726-B91D-3F045E6164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719611-7122-403D-9EF3-9F88E3B9B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10E9D-AC55-40EF-A796-3EAAB4B1506B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1F3626D-F732-F567-DF15-02CE55253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DE6823C-D194-1954-726E-71C30E3F1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6A7F-CC4B-44AD-ACA1-D00EAF0A5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885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593B86-12D0-C2EA-2F62-41CA04ACE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A44D54-9FED-4CBB-B51F-8C8312C41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10E9D-AC55-40EF-A796-3EAAB4B1506B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43A3D60-40EE-DA1C-AA09-4309B13D8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68C8A2-E21A-2499-FEA7-4EAE2B54A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6A7F-CC4B-44AD-ACA1-D00EAF0A5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426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61A4F3C-2D1C-474D-29DC-7D2AEA740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10E9D-AC55-40EF-A796-3EAAB4B1506B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6F1F2DF-3AA4-9398-41DD-77BA79D85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C01C52-A7F5-8941-D1F6-97BBF74A0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6A7F-CC4B-44AD-ACA1-D00EAF0A5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12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93D5E-1B77-2516-5172-50BF9B307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61FC22-9069-2604-CA84-F9CBDC6A5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E4557E-199B-3BC4-BC8B-2016C2CCE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386EB1-0E54-A70D-A1B3-F3F83C7CF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10E9D-AC55-40EF-A796-3EAAB4B1506B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DCE13C-883B-0F8D-142D-FE3A0E675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E04F46-304E-33A0-A47E-ABDA8CAFA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6A7F-CC4B-44AD-ACA1-D00EAF0A5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832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E6348F-89B6-E67E-ACBF-086B7D934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6E49099-F431-727F-148C-0FA5B34FB2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6B4641-9712-8494-C83F-CFE53A1F6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BCF983-22A1-033A-3724-F895C113C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10E9D-AC55-40EF-A796-3EAAB4B1506B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417B7F-23D7-9C51-0388-DC9D30C61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E284AD-2B77-A83A-55F1-AB1C693BB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6A7F-CC4B-44AD-ACA1-D00EAF0A5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790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EA30B8-6E44-1DE5-D42D-059EF2849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800CCA-8241-6E15-4B79-A0C1BDB94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6E402E-8775-E0FB-535A-B6BC05985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10E9D-AC55-40EF-A796-3EAAB4B1506B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D938C0-8188-8313-C6D7-681C943EB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C05FED-4D57-F9D2-3F16-6FFAAA5F6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6A7F-CC4B-44AD-ACA1-D00EAF0A5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622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E78C2D5-8A2C-5590-1B9D-D8B7A7964F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BD4F60-8A57-32EF-9475-2B29AF91F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CA56C4-E495-E73A-1DDE-E8FDF8FCF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10E9D-AC55-40EF-A796-3EAAB4B1506B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ECFD8E-E622-C035-2259-3814328F3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701644-B420-61F7-DB48-901CD64B3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6A7F-CC4B-44AD-ACA1-D00EAF0A5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29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9A89527-0678-FB77-11D5-A7E5EA82D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1C27AC-D530-A513-D431-C9F71A7C0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C81194-14F8-8F98-09F8-7872751103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10E9D-AC55-40EF-A796-3EAAB4B1506B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50D3C3-7620-9074-685F-A9473B3E84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68629D-DDA3-ECC2-1399-4C7FAFA85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D6A7F-CC4B-44AD-ACA1-D00EAF0A5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418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8F771A-76D6-6C1F-5D7D-D7981849E88E}"/>
              </a:ext>
            </a:extLst>
          </p:cNvPr>
          <p:cNvSpPr/>
          <p:nvPr/>
        </p:nvSpPr>
        <p:spPr>
          <a:xfrm>
            <a:off x="3500845" y="1208314"/>
            <a:ext cx="4441372" cy="4441372"/>
          </a:xfrm>
          <a:prstGeom prst="ellipse">
            <a:avLst/>
          </a:prstGeom>
          <a:solidFill>
            <a:srgbClr val="A3A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2E14705-4B1A-4A0A-2F26-8213C64184DA}"/>
              </a:ext>
            </a:extLst>
          </p:cNvPr>
          <p:cNvSpPr/>
          <p:nvPr/>
        </p:nvSpPr>
        <p:spPr>
          <a:xfrm>
            <a:off x="3962116" y="1669585"/>
            <a:ext cx="3518831" cy="3518831"/>
          </a:xfrm>
          <a:prstGeom prst="ellipse">
            <a:avLst/>
          </a:prstGeom>
          <a:solidFill>
            <a:srgbClr val="3F58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2874469-5A74-EE32-7BC4-F0C47BF37A2D}"/>
              </a:ext>
            </a:extLst>
          </p:cNvPr>
          <p:cNvSpPr/>
          <p:nvPr/>
        </p:nvSpPr>
        <p:spPr>
          <a:xfrm>
            <a:off x="4480431" y="2187900"/>
            <a:ext cx="2482200" cy="2482200"/>
          </a:xfrm>
          <a:prstGeom prst="ellipse">
            <a:avLst/>
          </a:prstGeom>
          <a:solidFill>
            <a:srgbClr val="1734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3487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Anonymous</dc:creator>
  <cp:lastModifiedBy>Anonymous</cp:lastModifiedBy>
  <cp:revision>1</cp:revision>
  <dcterms:created xsi:type="dcterms:W3CDTF">2026-03-17T07:10:14Z</dcterms:created>
  <dcterms:modified xsi:type="dcterms:W3CDTF">2026-03-17T07:10:33Z</dcterms:modified>
</cp:coreProperties>
</file>